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1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601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B389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 err="1">
                <a:solidFill>
                  <a:srgbClr val="E0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Onboarding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your first month with our team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280160" cy="54864"/>
          </a:xfrm>
          <a:prstGeom prst="rect">
            <a:avLst/>
          </a:prstGeom>
          <a:solidFill>
            <a:srgbClr val="E0A6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 Developer Track  ·  Remote  ·  1-Month Program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Technology</a:t>
            </a:r>
            <a:endParaRPr lang="en-US" sz="2200" dirty="0"/>
          </a:p>
          <a:p>
            <a:pPr marL="0" indent="0" algn="l"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Meets Creativity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640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5544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internship at </a:t>
            </a:r>
            <a:r>
              <a:rPr lang="en-US" sz="1500" dirty="0" err="1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15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built around hands-on, real-world work. Over the course of the program, interns pair structured training with live project tasks and regular check-ins, working alongside mentors who are invested in their growth.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657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 and product work, not busywork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4251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Mentorship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4572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guidance from experienced engineers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5212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5166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Evaluation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5486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milestones and feedback throughout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Internship Onboarding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 for the internship 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Frontend Web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Intern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268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training &amp;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access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Internship Onboarding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month unfolds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3749040"/>
            <a:ext cx="10149840" cy="0"/>
          </a:xfrm>
          <a:prstGeom prst="line">
            <a:avLst/>
          </a:prstGeom>
          <a:noFill/>
          <a:ln w="25400">
            <a:solidFill>
              <a:srgbClr val="3A46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4597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4597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437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74370" y="2560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set up, meet your mentor, receive your training schedule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74570" y="3383280"/>
            <a:ext cx="0" cy="13716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8343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343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1183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11830" y="4572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structured technical training materials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12030" y="3749040"/>
            <a:ext cx="0" cy="45720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12089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2089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4929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Tasks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749290" y="2560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skills on real, hands-on project work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49490" y="3383280"/>
            <a:ext cx="0" cy="13716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65835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5835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8675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86750" y="4572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check-ins and performance assessments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86950" y="3749040"/>
            <a:ext cx="0" cy="45720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Internship Onboarding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 of Internship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expected during the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7EA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031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0312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full program: training modules, project tasks, and regular evaluations.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A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767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5204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52044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are assessed on achievements throughout the internship; outstanding performance may lead to a full-time offer.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7EA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84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9377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9377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 sign a confidentiality agreement to protect proprietary information and intellectual property.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Internship Onboarding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Path Forward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524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2103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 completion of the internship program may lead to consideration for a full-time position with </a:t>
            </a:r>
            <a:r>
              <a:rPr lang="en-US" sz="1800" i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YuvaIntern</a:t>
            </a:r>
            <a:r>
              <a:rPr lang="en-US" sz="18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338328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80160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19272" y="338328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03320" y="338328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3320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742432" y="338328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26480" y="338328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65592" y="338328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549640" y="338328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E0A6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338328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Internship Onboarding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accept your offer and what comes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26328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51760"/>
            <a:ext cx="640080" cy="640080"/>
          </a:xfrm>
          <a:prstGeom prst="ellipse">
            <a:avLst/>
          </a:prstGeom>
          <a:solidFill>
            <a:srgbClr val="E0A6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your offer email to confirm acceptance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26328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651760"/>
            <a:ext cx="640080" cy="640080"/>
          </a:xfrm>
          <a:prstGeom prst="ellipse">
            <a:avLst/>
          </a:prstGeom>
          <a:solidFill>
            <a:srgbClr val="E0A6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Onboarding Info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training schedule and confirmed start date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2632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651760"/>
            <a:ext cx="640080" cy="640080"/>
          </a:xfrm>
          <a:prstGeom prst="ellipse">
            <a:avLst/>
          </a:prstGeom>
          <a:solidFill>
            <a:srgbClr val="E0A6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Training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structured 1-month training program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Internship Onboarding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Glad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Here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on your selection. Should you have any questions before or during the program, feel free to reach out at your earliest convenience.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E0A6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Kounal</a:t>
            </a: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 Gupta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56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</a:t>
            </a:r>
            <a:r>
              <a:rPr lang="en-US" sz="125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www.yuvaIntern.com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YuvaIntern</a:t>
            </a: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Internship Onboarding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391</Words>
  <Application>Microsoft Office PowerPoint</Application>
  <PresentationFormat>Widescreen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Abhay Pratap Singh</cp:lastModifiedBy>
  <cp:revision>2</cp:revision>
  <dcterms:created xsi:type="dcterms:W3CDTF">2026-08-30T17:16:55Z</dcterms:created>
  <dcterms:modified xsi:type="dcterms:W3CDTF">2026-09-10T18:45:41Z</dcterms:modified>
</cp:coreProperties>
</file>